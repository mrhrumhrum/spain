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5" r:id="rId7"/>
    <p:sldId id="267" r:id="rId8"/>
    <p:sldId id="263" r:id="rId9"/>
    <p:sldId id="266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EC9"/>
    <a:srgbClr val="EFEDE3"/>
    <a:srgbClr val="7D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4A585-1AC2-452C-BA79-441C822E601C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5C4C7-79ED-48B9-BC7D-17B38D426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80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5C4C7-79ED-48B9-BC7D-17B38D42689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99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9608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62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75779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841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47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67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75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900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376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54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76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70FFD56-A422-4AB8-8714-A55F394A0D6B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1F5F83A-08BD-47DE-A589-FE1FC7A3360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559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9789" y="2498755"/>
            <a:ext cx="9870634" cy="1122630"/>
          </a:xfrm>
        </p:spPr>
        <p:txBody>
          <a:bodyPr/>
          <a:lstStyle/>
          <a:p>
            <a:r>
              <a:rPr lang="ru-RU" cap="none" dirty="0" smtClean="0">
                <a:latin typeface="Arial Black" panose="020B0A04020102020204" pitchFamily="34" charset="0"/>
              </a:rPr>
              <a:t>Во все испанские</a:t>
            </a:r>
            <a:endParaRPr lang="ru-RU" cap="none" dirty="0"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26736" y="3621385"/>
            <a:ext cx="5316740" cy="470835"/>
          </a:xfrm>
        </p:spPr>
        <p:txBody>
          <a:bodyPr>
            <a:normAutofit lnSpcReduction="10000"/>
          </a:bodyPr>
          <a:lstStyle/>
          <a:p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Кирсанов Платон, группа ИСП-223п</a:t>
            </a:r>
            <a:endParaRPr lang="ru-RU" sz="2400" i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149789" y="1892261"/>
            <a:ext cx="9870636" cy="6064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Приложение-тренажер</a:t>
            </a:r>
            <a:endParaRPr lang="ru-RU" sz="3200" i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380" y="5704002"/>
            <a:ext cx="3270039" cy="3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2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Предназначение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416" y="1267485"/>
            <a:ext cx="10773624" cy="459991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Приложение «Во все испанские» является </a:t>
            </a:r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тренажёром по испанскому языку,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позволяющим </a:t>
            </a:r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изучить часто употребляемые испанские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слова и повторить их с помощью тестов двух типов.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Данное приложение может быть полезно для тех, кто хочет пополнить свой словарный запас при изучении испанского языка.</a:t>
            </a:r>
            <a:endParaRPr lang="ru-RU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382" y="4186273"/>
            <a:ext cx="3805692" cy="25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4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10954694" cy="93477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Activity</a:t>
            </a:r>
            <a:r>
              <a:rPr lang="ru-RU" dirty="0" smtClean="0">
                <a:latin typeface="Arial Black" panose="020B0A04020102020204" pitchFamily="34" charset="0"/>
              </a:rPr>
              <a:t>-диаграмма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574" y="1728740"/>
            <a:ext cx="6581935" cy="407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0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Используемые библиотеки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416" y="1267485"/>
            <a:ext cx="9270748" cy="4599915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CustomTkinter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(GUI)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457200" indent="-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Pillow/PIL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вставка изображений).</a:t>
            </a:r>
          </a:p>
          <a:p>
            <a:pPr marL="457200" indent="-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SQLite3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работа с БД).</a:t>
            </a:r>
          </a:p>
          <a:p>
            <a:pPr marL="457200" indent="-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Random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(случайный выбор вариантов для тестирования).</a:t>
            </a:r>
            <a:endParaRPr lang="ru-RU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23" y="3887520"/>
            <a:ext cx="24384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Основной класс приложения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808206" y="1176950"/>
            <a:ext cx="5051834" cy="552666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Содержит: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название приложения;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иконку;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настройки размера и темы;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параметры;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настройки фреймов;</a:t>
            </a:r>
          </a:p>
          <a:p>
            <a:pPr marL="457200" indent="-457200">
              <a:buFont typeface="+mj-lt"/>
              <a:buAutoNum type="alphaLcParenR"/>
            </a:pP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функци</a:t>
            </a:r>
            <a:r>
              <a:rPr lang="ru-RU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ю</a:t>
            </a:r>
            <a:r>
              <a:rPr lang="ru-RU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показа фреймов.</a:t>
            </a:r>
          </a:p>
          <a:p>
            <a:pPr marL="457200" indent="-457200">
              <a:buFont typeface="+mj-lt"/>
              <a:buAutoNum type="alphaLcParenR"/>
            </a:pPr>
            <a:endParaRPr lang="ru-RU" i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15" y="1158844"/>
            <a:ext cx="5468294" cy="55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9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Функции внутри теста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086414" y="4789284"/>
            <a:ext cx="5553399" cy="8962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Функция случайного выбора вопроса и вариантов ответа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15" y="1176951"/>
            <a:ext cx="5553399" cy="361233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53" y="1176950"/>
            <a:ext cx="4074887" cy="3612333"/>
          </a:xfrm>
          <a:prstGeom prst="rect">
            <a:avLst/>
          </a:prstGeom>
        </p:spPr>
      </p:pic>
      <p:sp>
        <p:nvSpPr>
          <p:cNvPr id="9" name="Объект 6"/>
          <p:cNvSpPr txBox="1">
            <a:spLocks/>
          </p:cNvSpPr>
          <p:nvPr/>
        </p:nvSpPr>
        <p:spPr>
          <a:xfrm>
            <a:off x="7540252" y="4789283"/>
            <a:ext cx="4074887" cy="896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Функция проверки правильности ответа</a:t>
            </a:r>
            <a:endParaRPr lang="ru-RU" b="1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621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Функции внутри теста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028309" y="2125516"/>
            <a:ext cx="4744019" cy="89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Функция обновления </a:t>
            </a:r>
            <a:r>
              <a:rPr lang="ru-RU" b="1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виджетов</a:t>
            </a:r>
            <a:r>
              <a:rPr lang="ru-RU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при открытии окна или ответе на вопрос</a:t>
            </a:r>
          </a:p>
        </p:txBody>
      </p:sp>
      <p:sp>
        <p:nvSpPr>
          <p:cNvPr id="9" name="Объект 6"/>
          <p:cNvSpPr txBox="1">
            <a:spLocks/>
          </p:cNvSpPr>
          <p:nvPr/>
        </p:nvSpPr>
        <p:spPr>
          <a:xfrm>
            <a:off x="1953422" y="5065759"/>
            <a:ext cx="4074887" cy="896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Franklin Gothic Book" panose="020B0503020102020204" pitchFamily="34" charset="0"/>
              <a:buNone/>
            </a:pPr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Появление нового вопроса после ответа на предыдущий</a:t>
            </a:r>
            <a:endParaRPr lang="ru-RU" b="1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309" y="4595069"/>
            <a:ext cx="5834553" cy="1846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13" y="1107131"/>
            <a:ext cx="4941896" cy="31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6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О дизайне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415" y="1267485"/>
            <a:ext cx="9678155" cy="4599915"/>
          </a:xfrm>
        </p:spPr>
        <p:txBody>
          <a:bodyPr>
            <a:normAutofit/>
          </a:bodyPr>
          <a:lstStyle/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Дизайн приложения состоит из следующих элементов:</a:t>
            </a:r>
          </a:p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Тёмная </a:t>
            </a:r>
            <a:r>
              <a:rPr lang="ru-RU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тема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выбрана исходя из предпочтений большинства.</a:t>
            </a:r>
          </a:p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Зелёные </a:t>
            </a:r>
            <a:r>
              <a:rPr lang="ru-RU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кнопки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хорошо выделяются </a:t>
            </a:r>
            <a:r>
              <a:rPr lang="ru-RU" sz="2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на фоне темного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цвета.</a:t>
            </a:r>
          </a:p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Шрифт </a:t>
            </a:r>
            <a:r>
              <a:rPr 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Impact</a:t>
            </a: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выглядит мощно и стильно.</a:t>
            </a:r>
          </a:p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Стандартизированный размер текста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различается в зависимости от места использования.</a:t>
            </a:r>
          </a:p>
          <a:p>
            <a:pPr marL="0"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Изображения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– 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созданы в </a:t>
            </a:r>
            <a:r>
              <a:rPr lang="en-US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Paint.net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951" y="4163338"/>
            <a:ext cx="3739081" cy="249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6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415" y="332715"/>
            <a:ext cx="9539617" cy="934770"/>
          </a:xfrm>
        </p:spPr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Выводы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416" y="1267485"/>
            <a:ext cx="10746463" cy="45999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В процессе работы над данным проектом я узнал о библиотеке </a:t>
            </a:r>
            <a:r>
              <a:rPr 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CustomTkinter</a:t>
            </a:r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 научился использовать ее для создания приложений.</a:t>
            </a:r>
            <a:endParaRPr lang="ru-RU" sz="24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050" name="Picture 2" descr="a black and white photo of a cat laying on its back on a bed .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15" y="2408222"/>
            <a:ext cx="10746464" cy="439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43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9790" y="1122631"/>
            <a:ext cx="9868277" cy="2879002"/>
          </a:xfrm>
        </p:spPr>
        <p:txBody>
          <a:bodyPr anchor="ctr"/>
          <a:lstStyle/>
          <a:p>
            <a:r>
              <a:rPr lang="ru-RU" cap="none" dirty="0" smtClean="0">
                <a:latin typeface="Arial Black" panose="020B0A04020102020204" pitchFamily="34" charset="0"/>
              </a:rPr>
              <a:t>Спасибо за </a:t>
            </a:r>
            <a:r>
              <a:rPr lang="ru-RU" cap="none" dirty="0" smtClean="0">
                <a:latin typeface="Arial Black" panose="020B0A04020102020204" pitchFamily="34" charset="0"/>
              </a:rPr>
              <a:t>внимание</a:t>
            </a:r>
            <a:r>
              <a:rPr lang="ru-RU" cap="none" dirty="0" smtClean="0">
                <a:latin typeface="Arial Black" panose="020B0A04020102020204" pitchFamily="34" charset="0"/>
              </a:rPr>
              <a:t>!</a:t>
            </a:r>
            <a:endParaRPr lang="ru-RU" cap="none" dirty="0">
              <a:latin typeface="Arial Black" panose="020B0A040201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718" y="3864982"/>
            <a:ext cx="3150419" cy="2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8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258</TotalTime>
  <Words>155</Words>
  <Application>Microsoft Office PowerPoint</Application>
  <PresentationFormat>Широкоэкранный</PresentationFormat>
  <Paragraphs>37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 Unicode MS</vt:lpstr>
      <vt:lpstr>Arial</vt:lpstr>
      <vt:lpstr>Arial Black</vt:lpstr>
      <vt:lpstr>Calibri</vt:lpstr>
      <vt:lpstr>Franklin Gothic Book</vt:lpstr>
      <vt:lpstr>Wingdings</vt:lpstr>
      <vt:lpstr>Crop</vt:lpstr>
      <vt:lpstr>Во все испанские</vt:lpstr>
      <vt:lpstr>Предназначение</vt:lpstr>
      <vt:lpstr>Activity-диаграмма</vt:lpstr>
      <vt:lpstr>Используемые библиотеки</vt:lpstr>
      <vt:lpstr>Основной класс приложения</vt:lpstr>
      <vt:lpstr>Функции внутри теста</vt:lpstr>
      <vt:lpstr>Функции внутри теста</vt:lpstr>
      <vt:lpstr>О дизайне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Kanban</dc:title>
  <dc:creator>Платон</dc:creator>
  <cp:lastModifiedBy>Платон</cp:lastModifiedBy>
  <cp:revision>24</cp:revision>
  <dcterms:created xsi:type="dcterms:W3CDTF">2025-05-03T07:17:06Z</dcterms:created>
  <dcterms:modified xsi:type="dcterms:W3CDTF">2025-06-22T15:51:04Z</dcterms:modified>
</cp:coreProperties>
</file>